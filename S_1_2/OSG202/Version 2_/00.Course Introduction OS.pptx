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sldIdLst>
    <p:sldId id="256" r:id="rId2"/>
    <p:sldId id="272" r:id="rId3"/>
    <p:sldId id="258" r:id="rId4"/>
    <p:sldId id="257" r:id="rId5"/>
    <p:sldId id="259" r:id="rId6"/>
    <p:sldId id="261" r:id="rId7"/>
    <p:sldId id="269" r:id="rId8"/>
    <p:sldId id="267" r:id="rId9"/>
    <p:sldId id="268" r:id="rId10"/>
    <p:sldId id="266" r:id="rId11"/>
    <p:sldId id="273" r:id="rId12"/>
    <p:sldId id="274" r:id="rId13"/>
    <p:sldId id="271" r:id="rId1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99"/>
    <a:srgbClr val="FF3300"/>
    <a:srgbClr val="0000CC"/>
    <a:srgbClr val="6600FF"/>
    <a:srgbClr val="0000FF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681EC4F-F89B-4191-80DE-A0E4F1E01527}" type="datetimeFigureOut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A20C722-9D8A-41EC-9A9B-16103697DF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00A715-9B7D-40F9-8E08-89E97003854D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E6F01F-4E37-4CA4-9515-9AAE39F72AC9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347F5B8-0BD1-4305-AD99-C63D723D33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4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227A1F-BD33-46A9-8E13-5AC12261F8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87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0C7D6-7911-4CA0-B86A-7BCC33FE0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9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6B7E6-4610-4F8C-872D-014A09F7AA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7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E38B0-C2B0-4132-872D-F0544609A3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4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82717-CBDF-4E7E-B391-CAFEC17984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61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EC59C-CD8B-4483-A24E-F1D3F1B4DA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1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A1C21-E6F7-407D-AB84-A57DA7DBD2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1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01A4C-0FCB-4B80-B3FE-73BB192300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3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12BD6-E2C6-4FDD-85EA-BD9D2747D0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0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EB2FD-EFF2-4536-A783-49C0259762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7A8B71A-EC45-4D3C-AE51-124C3185CC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31" name="Picture 7" descr="logoNhoFPT.jpg"/>
          <p:cNvPicPr>
            <a:picLocks noChangeAspect="1"/>
          </p:cNvPicPr>
          <p:nvPr userDrawn="1"/>
        </p:nvPicPr>
        <p:blipFill>
          <a:blip r:embed="rId13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NhoFPT.jpg"/>
          <p:cNvPicPr>
            <a:picLocks noChangeAspect="1"/>
          </p:cNvPicPr>
          <p:nvPr/>
        </p:nvPicPr>
        <p:blipFill>
          <a:blip r:embed="rId2">
            <a:lum contrast="30000"/>
          </a:blip>
          <a:stretch>
            <a:fillRect/>
          </a:stretch>
        </p:blipFill>
        <p:spPr>
          <a:xfrm>
            <a:off x="0" y="0"/>
            <a:ext cx="2286000" cy="855663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1905000"/>
            <a:ext cx="7315200" cy="2133600"/>
          </a:xfrm>
        </p:spPr>
        <p:txBody>
          <a:bodyPr/>
          <a:lstStyle/>
          <a:p>
            <a:pPr algn="ctr" eaLnBrk="1" hangingPunct="1">
              <a:lnSpc>
                <a:spcPct val="120000"/>
              </a:lnSpc>
            </a:pPr>
            <a:r>
              <a:rPr lang="en-US" alt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br>
              <a:rPr lang="en-US" alt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  <a:r>
              <a:rPr lang="en-US" altLang="en-US" sz="4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4196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sz="2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Completed:</a:t>
            </a:r>
          </a:p>
          <a:p>
            <a:pPr lvl="1" algn="just" eaLnBrk="1" hangingPunct="1"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EN051 or obtain 500+ TOEFL equivalent international certificates</a:t>
            </a:r>
          </a:p>
          <a:p>
            <a:pPr lvl="1" algn="just" eaLnBrk="1" hangingPunct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CSI101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Connecting to Computer Science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5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  <a:r>
              <a:rPr lang="en-US" altLang="en-US" sz="4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algn="just" eaLnBrk="1" hangingPunct="1">
              <a:lnSpc>
                <a:spcPct val="125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Operating system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Important OS concepts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mechanism of Operating system 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 problems of Operating system</a:t>
            </a:r>
            <a:endParaRPr lang="en-US" altLang="en-US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35000"/>
              </a:spcBef>
            </a:pPr>
            <a:endParaRPr lang="en-US" altLang="en-US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915400" cy="4419600"/>
          </a:xfrm>
        </p:spPr>
        <p:txBody>
          <a:bodyPr/>
          <a:lstStyle/>
          <a:p>
            <a:pPr algn="just" eaLnBrk="1" hangingPunct="1">
              <a:lnSpc>
                <a:spcPct val="125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Using basic shell command in Linux system fluently</a:t>
            </a:r>
          </a:p>
          <a:p>
            <a:pPr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of shell, C language on Linux</a:t>
            </a:r>
          </a:p>
          <a:p>
            <a:pPr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 problems of Operating system through some simulative exercises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  <a:r>
              <a:rPr lang="en-US" altLang="en-US" sz="4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762000"/>
          </a:xfrm>
        </p:spPr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description</a:t>
            </a:r>
            <a:endParaRPr lang="en-US" altLang="en-US" sz="54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534400" cy="5638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Processes and Thread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Memory Management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File System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Input/Output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Deadlocks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Multimedia Operating systems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Multiple Processor systems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Security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4876800" cy="762000"/>
          </a:xfrm>
        </p:spPr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Plan </a:t>
            </a:r>
            <a:b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800" b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915400" cy="6172200"/>
          </a:xfrm>
        </p:spPr>
        <p:txBody>
          <a:bodyPr/>
          <a:lstStyle/>
          <a:p>
            <a:pPr algn="ctr" eaLnBrk="1" hangingPunct="1">
              <a:lnSpc>
                <a:spcPct val="12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 course plan on LMS</a:t>
            </a:r>
          </a:p>
          <a:p>
            <a:pPr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  <a:p>
            <a:pPr lvl="1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 (day 1 - 5)</a:t>
            </a:r>
          </a:p>
          <a:p>
            <a:pPr lvl="1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 (6 - 11)</a:t>
            </a:r>
          </a:p>
          <a:p>
            <a:pPr lvl="1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3 (12 – 17)</a:t>
            </a:r>
          </a:p>
          <a:p>
            <a:pPr lvl="1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4 (18 – 21)</a:t>
            </a:r>
          </a:p>
          <a:p>
            <a:pPr lvl="1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5 (22 - 24)</a:t>
            </a:r>
          </a:p>
          <a:p>
            <a:pPr lvl="1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6 (25 – 26)</a:t>
            </a:r>
          </a:p>
          <a:p>
            <a:pPr lvl="1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(27 - 30)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763000" cy="5334000"/>
          </a:xfrm>
          <a:noFill/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Student’s text book </a:t>
            </a:r>
            <a:b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Operating Systems – Andrew S. Tanenbaum, Pearson International Edition, 3</a:t>
            </a:r>
            <a:r>
              <a:rPr lang="en-US" altLang="en-US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Edition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Note via Slides in every lecture.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activities on LMS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Rules</a:t>
            </a:r>
            <a:endParaRPr lang="en-US" altLang="en-US" sz="48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915400" cy="5257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conduct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contents of the next session at home (Book, CD)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and understand new concepts and key points.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home works (book), lab assignment, quiz (via LMS)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3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 phones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laptops under teacher’s instruction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game, no chat in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classmates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to question and answer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Fairly</a:t>
            </a:r>
          </a:p>
          <a:p>
            <a:pPr lvl="1" eaLnBrk="1" hangingPunct="1">
              <a:lnSpc>
                <a:spcPct val="120000"/>
              </a:lnSpc>
              <a:spcBef>
                <a:spcPct val="35000"/>
              </a:spcBef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Active, be yourself, friendly and honest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Rules</a:t>
            </a:r>
            <a:endParaRPr lang="en-US" altLang="en-US" sz="48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en-US" sz="4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Strategy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5486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40000"/>
              </a:spcBef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Must attend more than 80% of contact hours (if not, not allow to take exam).</a:t>
            </a:r>
            <a:endParaRPr lang="en-US" sz="18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Evaluating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		4 Quiz (Q) – 2 </a:t>
            </a:r>
            <a:r>
              <a:rPr lang="en-US" sz="18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cột</a:t>
            </a:r>
            <a:r>
              <a:rPr lang="en-US" sz="1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1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		20 % 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		6 Lab (Lab)       	 		20 %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		1 Presentation (P)		                20 %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		Final exam (FE) 			40%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Total score = </a:t>
            </a:r>
            <a:r>
              <a:rPr 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(Q) + (Lab) + (P) + (FE) </a:t>
            </a:r>
            <a:endParaRPr lang="en-US" sz="18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Pass: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     Final Examination </a:t>
            </a:r>
            <a:r>
              <a:rPr lang="en-US" sz="1800" b="1" dirty="0">
                <a:solidFill>
                  <a:srgbClr val="FF3300"/>
                </a:solidFill>
                <a:latin typeface="Times New Roman" pitchFamily="18" charset="0"/>
                <a:cs typeface="Arial" charset="0"/>
              </a:rPr>
              <a:t>≥</a:t>
            </a:r>
            <a:r>
              <a:rPr lang="en-US" sz="1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 4 (of 10)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	Every components ≥ 0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	Total score </a:t>
            </a:r>
            <a:r>
              <a:rPr lang="en-US" sz="1800" b="1" dirty="0">
                <a:solidFill>
                  <a:srgbClr val="FF3300"/>
                </a:solidFill>
                <a:latin typeface="Times New Roman" pitchFamily="18" charset="0"/>
                <a:cs typeface="Arial" charset="0"/>
              </a:rPr>
              <a:t>≥</a:t>
            </a:r>
            <a:r>
              <a:rPr lang="en-US" sz="1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 5 and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Retake only the Final Exam when not passed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304800"/>
            <a:ext cx="8229600" cy="685800"/>
          </a:xfrm>
        </p:spPr>
        <p:txBody>
          <a:bodyPr/>
          <a:lstStyle/>
          <a:p>
            <a:pPr algn="ctr" eaLnBrk="1" hangingPunct="1"/>
            <a:r>
              <a:rPr lang="en-US" altLang="en-US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study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course is complex stuff, so you need to keep tight grip on it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1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book to </a:t>
            </a:r>
            <a:r>
              <a:rPr lang="en-US" alt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altLang="en-US" sz="1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concept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Reference, study, collection from anywhere else (internet, your classmate, post on forum …)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 lectures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Listens, understand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your 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some examples 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are not existed in slides, text book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your explanation about some topic in lectures (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those can help you take many bonus marks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classes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your classmate in directly, on forum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your explanations 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 be 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more understand 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the lectures, book contents in directly, on forum (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those can help you take many bonus marks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the lab assignments 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submit via LMS</a:t>
            </a:r>
          </a:p>
          <a:p>
            <a:pPr lvl="2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your teams 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yourselves to 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 in studying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304800"/>
            <a:ext cx="8229600" cy="685800"/>
          </a:xfrm>
        </p:spPr>
        <p:txBody>
          <a:bodyPr/>
          <a:lstStyle/>
          <a:p>
            <a:pPr algn="ctr" eaLnBrk="1" hangingPunct="1"/>
            <a:r>
              <a:rPr lang="en-US" altLang="en-US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Assignments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14400"/>
            <a:ext cx="8839200" cy="59436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labs are designed with tutorial to get knowledge about the OS</a:t>
            </a:r>
          </a:p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required submit via LMS following the submission option at the end of each lab (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account must be captured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aseline="30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the Virtual Machine (VMware) and Fedora 11 OS</a:t>
            </a:r>
          </a:p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aseline="30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the command, using command line, file management</a:t>
            </a:r>
          </a:p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baseline="30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command concert to process, using word processing</a:t>
            </a:r>
          </a:p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000" baseline="30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</a:t>
            </a:r>
          </a:p>
          <a:p>
            <a:pPr lvl="1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the program using shell script in Fedora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8"/>
          <p:cNvSpPr txBox="1">
            <a:spLocks noChangeArrowheads="1"/>
          </p:cNvSpPr>
          <p:nvPr/>
        </p:nvSpPr>
        <p:spPr bwMode="auto">
          <a:xfrm>
            <a:off x="3489325" y="2547938"/>
            <a:ext cx="25542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443</TotalTime>
  <Words>637</Words>
  <Application>Microsoft Office PowerPoint</Application>
  <PresentationFormat>On-screen Show (4:3)</PresentationFormat>
  <Paragraphs>100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Times New Roman</vt:lpstr>
      <vt:lpstr>Wingdings</vt:lpstr>
      <vt:lpstr>Pixel</vt:lpstr>
      <vt:lpstr>Introduction to  Operating Systems</vt:lpstr>
      <vt:lpstr>Prerequisites </vt:lpstr>
      <vt:lpstr>Course Objectives </vt:lpstr>
      <vt:lpstr>Course Objectives </vt:lpstr>
      <vt:lpstr>Course description</vt:lpstr>
      <vt:lpstr>Course Plan  </vt:lpstr>
      <vt:lpstr>PowerPoint Presentation</vt:lpstr>
      <vt:lpstr>Course Rules</vt:lpstr>
      <vt:lpstr>Course Rules</vt:lpstr>
      <vt:lpstr>Evaluation Strategy</vt:lpstr>
      <vt:lpstr>How to study</vt:lpstr>
      <vt:lpstr>Lab Assignments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OS</dc:title>
  <dc:subject>Introduction</dc:subject>
  <dc:creator>Kieu Trong Khanh</dc:creator>
  <cp:keywords>Introduction</cp:keywords>
  <cp:lastModifiedBy>Tong Phuoc Quan (FE FPTU HCM)</cp:lastModifiedBy>
  <cp:revision>167</cp:revision>
  <dcterms:created xsi:type="dcterms:W3CDTF">2009-03-18T08:55:48Z</dcterms:created>
  <dcterms:modified xsi:type="dcterms:W3CDTF">2021-09-05T04:55:05Z</dcterms:modified>
</cp:coreProperties>
</file>